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Comprehensive Data Science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Business Problem Solving 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science project</a:t>
            </a:r>
          </a:p>
          <a:p>
            <a:r>
              <a:t>Multiple real-world business problems</a:t>
            </a:r>
          </a:p>
          <a:p>
            <a:r>
              <a:t>EDA, modeling, evaluation, deployment readiness</a:t>
            </a:r>
          </a:p>
          <a:p>
            <a:r>
              <a:t>Designed for academic &amp; industry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Dataset – Revenue forecasting</a:t>
            </a:r>
          </a:p>
          <a:p>
            <a:r>
              <a:t>House Prices Dataset – Price prediction</a:t>
            </a:r>
          </a:p>
          <a:p>
            <a:r>
              <a:t>Customer Churn Dataset – Retention analysis</a:t>
            </a:r>
          </a:p>
          <a:p>
            <a:r>
              <a:t>Combination of regression and classification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Data Analysis</a:t>
            </a:r>
          </a:p>
        </p:txBody>
      </p:sp>
      <p:pic>
        <p:nvPicPr>
          <p:cNvPr id="3" name="Picture 2" descr="90735dc8-c9ad-48a7-9c19-a962892ad1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029200" cy="3737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0" y="1371600"/>
            <a:ext cx="2286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Sales distribution shows right skewness.</a:t>
            </a:r>
          </a:p>
          <a:p>
            <a:r>
              <a:t>High-value sales contribute significantly to total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House Price Correlation Analysis</a:t>
            </a:r>
          </a:p>
        </p:txBody>
      </p:sp>
      <p:pic>
        <p:nvPicPr>
          <p:cNvPr id="3" name="Picture 2" descr="9ebb6832-59fc-470b-b533-aa24861c2d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029200" cy="39769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0" y="1371600"/>
            <a:ext cx="2286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Area has the strongest positive correlation with price.</a:t>
            </a:r>
          </a:p>
          <a:p>
            <a:r>
              <a:t>Age shows a slight negative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Distribution</a:t>
            </a:r>
          </a:p>
        </p:txBody>
      </p:sp>
      <p:pic>
        <p:nvPicPr>
          <p:cNvPr id="3" name="Picture 2" descr="0178cbb6-ebce-4048-8f5e-dafcb70e9f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029200" cy="3675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0" y="1371600"/>
            <a:ext cx="2286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Churn data is highly imbalanced.</a:t>
            </a:r>
          </a:p>
          <a:p>
            <a:r>
              <a:t>Requires careful model evaluation and interpretation.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Classifier for churn prediction</a:t>
            </a:r>
          </a:p>
          <a:p>
            <a:r>
              <a:t>Random Forest Regressor for house price prediction</a:t>
            </a:r>
          </a:p>
          <a:p>
            <a:r>
              <a:t>Linear Regression for sales forecasting</a:t>
            </a:r>
          </a:p>
          <a:p>
            <a:r>
              <a:t>Feature engineering and tuning applied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Classification: Accuracy, Precision, Recall, F1-score</a:t>
            </a:r>
          </a:p>
          <a:p>
            <a:r>
              <a:t>Regression: RMSE and R² score</a:t>
            </a:r>
          </a:p>
          <a:p>
            <a:r>
              <a:t>Models show strong predictive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high-risk churn customers early</a:t>
            </a:r>
          </a:p>
          <a:p>
            <a:r>
              <a:t>Data-driven pricing for real estate</a:t>
            </a:r>
          </a:p>
          <a:p>
            <a:r>
              <a:t>Improved sales planning and inventory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Demonstrates practical data science skills</a:t>
            </a:r>
          </a:p>
          <a:p>
            <a:r>
              <a:t>End-to-end workflow implementation</a:t>
            </a:r>
          </a:p>
          <a:p>
            <a:r>
              <a:t>Portfolio-ready and industry-aligned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